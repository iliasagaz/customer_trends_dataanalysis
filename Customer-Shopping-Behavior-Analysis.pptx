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324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02569" y="2737670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569" y="3786611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909" y="3786611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0" y="3786611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591" y="3786611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931" y="3786611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812619" y="3845546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1502569" y="4358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1502569" y="48485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672" y="3786611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12" y="3786611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353" y="3786611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693" y="3786611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034" y="3786611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8254722" y="3845546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944672" y="4358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944672" y="48485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774" y="3786611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115" y="3786611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56" y="3786611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796" y="3786611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137" y="3786611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2696825" y="3845546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10386774" y="4358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10386774" y="48485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00" y="0"/>
            <a:ext cx="5283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 Light</vt:lpstr>
      <vt:lpstr>Libre Baskerville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AGAZZAR ABDEL MOGHITH</cp:lastModifiedBy>
  <cp:revision>3</cp:revision>
  <dcterms:created xsi:type="dcterms:W3CDTF">2025-10-14T02:52:14Z</dcterms:created>
  <dcterms:modified xsi:type="dcterms:W3CDTF">2025-12-06T15:25:39Z</dcterms:modified>
</cp:coreProperties>
</file>